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 Data Storytelling: Kenya Poverty &amp; Employment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MEAL Context Analysis using World Bank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this data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poverty and employment trends is critical for effective MEAL planning.</a:t>
            </a:r>
          </a:p>
          <a:p>
            <a:endParaRPr/>
          </a:p>
          <a:p>
            <a:r>
              <a:t>These indicators explain why interventions are needed, who is most at risk, and how national conditions influence project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Poverty Trend – What the data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Poverty measures the % of people living below $3.00/day (2021 PPP)</a:t>
            </a:r>
          </a:p>
          <a:p>
            <a:pPr marL="0" indent="0">
              <a:buNone/>
            </a:pPr>
            <a:r>
              <a:rPr dirty="0"/>
              <a:t>• Early 1990s: ~32% below poverty line</a:t>
            </a:r>
          </a:p>
          <a:p>
            <a:pPr marL="0" indent="0">
              <a:buNone/>
            </a:pPr>
            <a:r>
              <a:rPr dirty="0"/>
              <a:t>• Peaked at 44.6% in 2005</a:t>
            </a:r>
          </a:p>
          <a:p>
            <a:pPr marL="0" indent="0">
              <a:buNone/>
            </a:pPr>
            <a:r>
              <a:rPr dirty="0"/>
              <a:t>• Declined to 37.7% by 2015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Kenya Poverty Trend</a:t>
            </a:r>
          </a:p>
        </p:txBody>
      </p:sp>
      <p:pic>
        <p:nvPicPr>
          <p:cNvPr id="3" name="Picture 2" descr="kenya_pover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Employment Trend – What the data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Unemployment ranges between 2.6% and 5.7%</a:t>
            </a:r>
          </a:p>
          <a:p>
            <a:pPr marL="0" indent="0">
              <a:buNone/>
            </a:pPr>
            <a:r>
              <a:rPr dirty="0"/>
              <a:t>• Spike during COVID-19 (2020–2022)</a:t>
            </a:r>
          </a:p>
          <a:p>
            <a:pPr marL="0" indent="0">
              <a:buNone/>
            </a:pPr>
            <a:r>
              <a:rPr dirty="0"/>
              <a:t>• Slight decline post-2022</a:t>
            </a:r>
          </a:p>
          <a:p>
            <a:endParaRPr dirty="0"/>
          </a:p>
          <a:p>
            <a:r>
              <a:rPr dirty="0"/>
              <a:t>Low unemployment does not equal economic security due to informal labor.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Kenya Unemployment Trend</a:t>
            </a:r>
          </a:p>
        </p:txBody>
      </p:sp>
      <p:pic>
        <p:nvPicPr>
          <p:cNvPr id="3" name="Picture 2" descr="kenya_unemploy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Stable employment has not translated into proportional poverty reduction.</a:t>
            </a:r>
          </a:p>
          <a:p>
            <a:endParaRPr dirty="0"/>
          </a:p>
          <a:p>
            <a:r>
              <a:rPr dirty="0"/>
              <a:t>Jobs alone are not enough</a:t>
            </a:r>
            <a:r>
              <a:rPr lang="en-US" dirty="0"/>
              <a:t>;</a:t>
            </a:r>
            <a:r>
              <a:rPr dirty="0"/>
              <a:t> income quality, productivity, and livelihood diversification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MEAL Design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on income growth, not job access alone</a:t>
            </a:r>
          </a:p>
          <a:p>
            <a:pPr marL="0" indent="0">
              <a:buNone/>
            </a:pPr>
            <a:r>
              <a:rPr dirty="0"/>
              <a:t>• Target vulnerable households, including the working poor</a:t>
            </a:r>
          </a:p>
          <a:p>
            <a:pPr marL="0" indent="0">
              <a:buNone/>
            </a:pPr>
            <a:r>
              <a:rPr dirty="0"/>
              <a:t>• Complement national data with household baseline/</a:t>
            </a:r>
            <a:r>
              <a:rPr dirty="0" err="1"/>
              <a:t>endline</a:t>
            </a:r>
            <a:r>
              <a:rPr dirty="0"/>
              <a:t> surveys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Kenya has made progress in poverty reduction, vulnerability remains high.</a:t>
            </a:r>
          </a:p>
          <a:p>
            <a:endParaRPr/>
          </a:p>
          <a:p>
            <a:r>
              <a:t>Stable unemployment masks underemployment and low-income livelihoods.</a:t>
            </a:r>
          </a:p>
          <a:p>
            <a:endParaRPr/>
          </a:p>
          <a:p>
            <a:r>
              <a:t>Targeted livelihood and resilience interventions supported by strong MEAL systems are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 Data Storytelling: Kenya Poverty &amp; Employment Trends</vt:lpstr>
      <vt:lpstr>Why this data matters</vt:lpstr>
      <vt:lpstr>Poverty Trend – What the data shows</vt:lpstr>
      <vt:lpstr>Kenya Poverty Trend</vt:lpstr>
      <vt:lpstr>Employment Trend – What the data shows</vt:lpstr>
      <vt:lpstr>Kenya Unemployment Trend</vt:lpstr>
      <vt:lpstr> Key Insight</vt:lpstr>
      <vt:lpstr> MEAL Design Implications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Data Storytelling: Kenya Poverty &amp; Employment Trends</dc:title>
  <dc:subject/>
  <dc:creator/>
  <cp:keywords/>
  <dc:description>generated using python-pptx</dc:description>
  <cp:lastModifiedBy>moses macharia</cp:lastModifiedBy>
  <cp:revision>2</cp:revision>
  <dcterms:created xsi:type="dcterms:W3CDTF">2013-01-27T09:14:16Z</dcterms:created>
  <dcterms:modified xsi:type="dcterms:W3CDTF">2026-01-08T08:15:03Z</dcterms:modified>
  <cp:category/>
</cp:coreProperties>
</file>